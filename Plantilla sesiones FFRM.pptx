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415D4-F57F-492F-9DFF-2BDAF74EEA32}" v="3" dt="2025-10-07T06:00:58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Hernández Lucas" userId="63e1aded-6b03-4405-b45d-9785eef2818c" providerId="ADAL" clId="{7190E391-CBF2-4E1B-A73D-1A41C0B68FD4}"/>
    <pc:docChg chg="custSel modSld">
      <pc:chgData name="Cristian Hernández Lucas" userId="63e1aded-6b03-4405-b45d-9785eef2818c" providerId="ADAL" clId="{7190E391-CBF2-4E1B-A73D-1A41C0B68FD4}" dt="2025-10-07T06:50:01.952" v="598" actId="20577"/>
      <pc:docMkLst>
        <pc:docMk/>
      </pc:docMkLst>
      <pc:sldChg chg="addSp delSp modSp mod">
        <pc:chgData name="Cristian Hernández Lucas" userId="63e1aded-6b03-4405-b45d-9785eef2818c" providerId="ADAL" clId="{7190E391-CBF2-4E1B-A73D-1A41C0B68FD4}" dt="2025-10-07T06:50:01.952" v="598" actId="20577"/>
        <pc:sldMkLst>
          <pc:docMk/>
          <pc:sldMk cId="0" sldId="258"/>
        </pc:sldMkLst>
        <pc:spChg chg="add mod">
          <ac:chgData name="Cristian Hernández Lucas" userId="63e1aded-6b03-4405-b45d-9785eef2818c" providerId="ADAL" clId="{7190E391-CBF2-4E1B-A73D-1A41C0B68FD4}" dt="2025-10-07T06:03:25.863" v="558" actId="20577"/>
          <ac:spMkLst>
            <pc:docMk/>
            <pc:sldMk cId="0" sldId="258"/>
            <ac:spMk id="6" creationId="{3BA30BF1-29E9-25AE-8FCA-F668C83160A0}"/>
          </ac:spMkLst>
        </pc:spChg>
        <pc:spChg chg="mod">
          <ac:chgData name="Cristian Hernández Lucas" userId="63e1aded-6b03-4405-b45d-9785eef2818c" providerId="ADAL" clId="{7190E391-CBF2-4E1B-A73D-1A41C0B68FD4}" dt="2025-10-07T06:01:22.415" v="363" actId="1076"/>
          <ac:spMkLst>
            <pc:docMk/>
            <pc:sldMk cId="0" sldId="258"/>
            <ac:spMk id="189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9:33.244" v="160" actId="20577"/>
          <ac:spMkLst>
            <pc:docMk/>
            <pc:sldMk cId="0" sldId="258"/>
            <ac:spMk id="191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4:12.522" v="17" actId="20577"/>
          <ac:spMkLst>
            <pc:docMk/>
            <pc:sldMk cId="0" sldId="258"/>
            <ac:spMk id="192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8:45.227" v="100" actId="20577"/>
          <ac:spMkLst>
            <pc:docMk/>
            <pc:sldMk cId="0" sldId="258"/>
            <ac:spMk id="194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7:07.337" v="93" actId="1076"/>
          <ac:spMkLst>
            <pc:docMk/>
            <pc:sldMk cId="0" sldId="258"/>
            <ac:spMk id="195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07:37.681" v="587" actId="1076"/>
          <ac:spMkLst>
            <pc:docMk/>
            <pc:sldMk cId="0" sldId="258"/>
            <ac:spMk id="196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3:02.393" v="595" actId="1076"/>
          <ac:spMkLst>
            <pc:docMk/>
            <pc:sldMk cId="0" sldId="258"/>
            <ac:spMk id="197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6:36.753" v="88" actId="1076"/>
          <ac:spMkLst>
            <pc:docMk/>
            <pc:sldMk cId="0" sldId="258"/>
            <ac:spMk id="198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3:06.529" v="596" actId="1076"/>
          <ac:spMkLst>
            <pc:docMk/>
            <pc:sldMk cId="0" sldId="258"/>
            <ac:spMk id="199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9:25.324" v="146" actId="20577"/>
          <ac:spMkLst>
            <pc:docMk/>
            <pc:sldMk cId="0" sldId="258"/>
            <ac:spMk id="200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2:33.489" v="588" actId="1076"/>
          <ac:spMkLst>
            <pc:docMk/>
            <pc:sldMk cId="0" sldId="258"/>
            <ac:spMk id="201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7:37.649" v="97" actId="1076"/>
          <ac:spMkLst>
            <pc:docMk/>
            <pc:sldMk cId="0" sldId="258"/>
            <ac:spMk id="202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6:54.825" v="91" actId="1076"/>
          <ac:spMkLst>
            <pc:docMk/>
            <pc:sldMk cId="0" sldId="258"/>
            <ac:spMk id="204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2:39.609" v="589" actId="1076"/>
          <ac:spMkLst>
            <pc:docMk/>
            <pc:sldMk cId="0" sldId="258"/>
            <ac:spMk id="205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2:53.289" v="593" actId="1076"/>
          <ac:spMkLst>
            <pc:docMk/>
            <pc:sldMk cId="0" sldId="258"/>
            <ac:spMk id="206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2:59.353" v="594" actId="1076"/>
          <ac:spMkLst>
            <pc:docMk/>
            <pc:sldMk cId="0" sldId="258"/>
            <ac:spMk id="207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50:01.952" v="598" actId="20577"/>
          <ac:spMkLst>
            <pc:docMk/>
            <pc:sldMk cId="0" sldId="258"/>
            <ac:spMk id="208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2:53.065" v="298" actId="20577"/>
          <ac:spMkLst>
            <pc:docMk/>
            <pc:sldMk cId="0" sldId="258"/>
            <ac:spMk id="209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3:24.635" v="320" actId="20577"/>
          <ac:spMkLst>
            <pc:docMk/>
            <pc:sldMk cId="0" sldId="258"/>
            <ac:spMk id="210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06:43.718" v="583" actId="20577"/>
          <ac:spMkLst>
            <pc:docMk/>
            <pc:sldMk cId="0" sldId="258"/>
            <ac:spMk id="212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04:55.942" v="561" actId="20577"/>
          <ac:spMkLst>
            <pc:docMk/>
            <pc:sldMk cId="0" sldId="258"/>
            <ac:spMk id="213" creationId="{00000000-0000-0000-0000-000000000000}"/>
          </ac:spMkLst>
        </pc:spChg>
        <pc:spChg chg="del">
          <ac:chgData name="Cristian Hernández Lucas" userId="63e1aded-6b03-4405-b45d-9785eef2818c" providerId="ADAL" clId="{7190E391-CBF2-4E1B-A73D-1A41C0B68FD4}" dt="2025-10-07T06:04:48.554" v="559" actId="478"/>
          <ac:spMkLst>
            <pc:docMk/>
            <pc:sldMk cId="0" sldId="258"/>
            <ac:spMk id="214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06:04.006" v="577" actId="20577"/>
          <ac:spMkLst>
            <pc:docMk/>
            <pc:sldMk cId="0" sldId="258"/>
            <ac:spMk id="217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05:27.977" v="571" actId="20577"/>
          <ac:spMkLst>
            <pc:docMk/>
            <pc:sldMk cId="0" sldId="258"/>
            <ac:spMk id="218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1:33.848" v="268" actId="207"/>
          <ac:spMkLst>
            <pc:docMk/>
            <pc:sldMk cId="0" sldId="258"/>
            <ac:spMk id="222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1:43.356" v="269" actId="207"/>
          <ac:spMkLst>
            <pc:docMk/>
            <pc:sldMk cId="0" sldId="258"/>
            <ac:spMk id="228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0:53.596" v="240" actId="20577"/>
          <ac:spMkLst>
            <pc:docMk/>
            <pc:sldMk cId="0" sldId="258"/>
            <ac:spMk id="249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1:50.500" v="270" actId="122"/>
          <ac:spMkLst>
            <pc:docMk/>
            <pc:sldMk cId="0" sldId="258"/>
            <ac:spMk id="251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2:36.818" v="281" actId="207"/>
          <ac:spMkLst>
            <pc:docMk/>
            <pc:sldMk cId="0" sldId="258"/>
            <ac:spMk id="255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0:25.610" v="206" actId="20577"/>
          <ac:spMkLst>
            <pc:docMk/>
            <pc:sldMk cId="0" sldId="258"/>
            <ac:spMk id="257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0:06.202" v="186" actId="20577"/>
          <ac:spMkLst>
            <pc:docMk/>
            <pc:sldMk cId="0" sldId="258"/>
            <ac:spMk id="263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20:13.100" v="192" actId="20577"/>
          <ac:spMkLst>
            <pc:docMk/>
            <pc:sldMk cId="0" sldId="258"/>
            <ac:spMk id="266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9:51.468" v="173" actId="20577"/>
          <ac:spMkLst>
            <pc:docMk/>
            <pc:sldMk cId="0" sldId="258"/>
            <ac:spMk id="268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9:47.754" v="169" actId="20577"/>
          <ac:spMkLst>
            <pc:docMk/>
            <pc:sldMk cId="0" sldId="258"/>
            <ac:spMk id="270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6T09:56:42.371" v="349" actId="20577"/>
          <ac:spMkLst>
            <pc:docMk/>
            <pc:sldMk cId="0" sldId="258"/>
            <ac:spMk id="272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7:00.353" v="92" actId="1076"/>
          <ac:spMkLst>
            <pc:docMk/>
            <pc:sldMk cId="0" sldId="258"/>
            <ac:spMk id="273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3T11:17:24.786" v="95" actId="1076"/>
          <ac:spMkLst>
            <pc:docMk/>
            <pc:sldMk cId="0" sldId="258"/>
            <ac:spMk id="275" creationId="{00000000-0000-0000-0000-000000000000}"/>
          </ac:spMkLst>
        </pc:spChg>
        <pc:spChg chg="mod">
          <ac:chgData name="Cristian Hernández Lucas" userId="63e1aded-6b03-4405-b45d-9785eef2818c" providerId="ADAL" clId="{7190E391-CBF2-4E1B-A73D-1A41C0B68FD4}" dt="2025-10-07T06:12:49.915" v="592" actId="1076"/>
          <ac:spMkLst>
            <pc:docMk/>
            <pc:sldMk cId="0" sldId="258"/>
            <ac:spMk id="276" creationId="{00000000-0000-0000-0000-000000000000}"/>
          </ac:spMkLst>
        </pc:spChg>
        <pc:picChg chg="add mod">
          <ac:chgData name="Cristian Hernández Lucas" userId="63e1aded-6b03-4405-b45d-9785eef2818c" providerId="ADAL" clId="{7190E391-CBF2-4E1B-A73D-1A41C0B68FD4}" dt="2025-10-06T09:56:28.090" v="339" actId="1076"/>
          <ac:picMkLst>
            <pc:docMk/>
            <pc:sldMk cId="0" sldId="258"/>
            <ac:picMk id="3" creationId="{B09F00A5-2A30-5D6B-FCE9-77462D903D99}"/>
          </ac:picMkLst>
        </pc:picChg>
        <pc:picChg chg="add mod">
          <ac:chgData name="Cristian Hernández Lucas" userId="63e1aded-6b03-4405-b45d-9785eef2818c" providerId="ADAL" clId="{7190E391-CBF2-4E1B-A73D-1A41C0B68FD4}" dt="2025-10-07T05:59:26.248" v="355" actId="1076"/>
          <ac:picMkLst>
            <pc:docMk/>
            <pc:sldMk cId="0" sldId="258"/>
            <ac:picMk id="4" creationId="{84DB8029-1A43-C467-2B97-AFEBE14827A9}"/>
          </ac:picMkLst>
        </pc:picChg>
        <pc:picChg chg="add del mod">
          <ac:chgData name="Cristian Hernández Lucas" userId="63e1aded-6b03-4405-b45d-9785eef2818c" providerId="ADAL" clId="{7190E391-CBF2-4E1B-A73D-1A41C0B68FD4}" dt="2025-10-07T05:58:57.285" v="350" actId="478"/>
          <ac:picMkLst>
            <pc:docMk/>
            <pc:sldMk cId="0" sldId="258"/>
            <ac:picMk id="5" creationId="{A7F889B5-EBAB-7232-1B40-FA4F7A1830AF}"/>
          </ac:picMkLst>
        </pc:picChg>
        <pc:picChg chg="mod">
          <ac:chgData name="Cristian Hernández Lucas" userId="63e1aded-6b03-4405-b45d-9785eef2818c" providerId="ADAL" clId="{7190E391-CBF2-4E1B-A73D-1A41C0B68FD4}" dt="2025-10-07T06:07:25.984" v="585" actId="1076"/>
          <ac:picMkLst>
            <pc:docMk/>
            <pc:sldMk cId="0" sldId="258"/>
            <ac:picMk id="18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72A83-75D5-4B47-98F3-75FE9410D323}" type="datetimeFigureOut">
              <a:rPr lang="es-ES" smtClean="0"/>
              <a:t>07/10/2025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327334-9C42-4EBF-9E77-D5C5754E251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570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3272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768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Encabezado de secció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42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913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307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30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254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310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878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492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4650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16717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58071" y="2930083"/>
            <a:ext cx="6022390" cy="31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/>
          <p:nvPr/>
        </p:nvSpPr>
        <p:spPr>
          <a:xfrm>
            <a:off x="9600598" y="3019602"/>
            <a:ext cx="2254500" cy="3083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897763" y="8250"/>
            <a:ext cx="3540900" cy="2807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709319" y="-64421"/>
            <a:ext cx="6479748" cy="281106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2845590" y="5104794"/>
            <a:ext cx="7620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INRAM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7169427" y="5635948"/>
            <a:ext cx="7620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DAVID V.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7784122" y="4429225"/>
            <a:ext cx="762600" cy="21540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SALMERON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2855695" y="3707853"/>
            <a:ext cx="7554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FABIO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7049999" y="3222522"/>
            <a:ext cx="7584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DAVID M.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4113702" y="5772618"/>
            <a:ext cx="7509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LEO GARCI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761626" y="4557384"/>
            <a:ext cx="7596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GUILLE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6966766" y="4378053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ALMAGRO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4021379" y="3999736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PASTOR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6614091" y="4002480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BILAL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5978380" y="5308239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ALVARO M.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4248249" y="5123238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ELIAN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3091931" y="4351676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tabLst/>
              <a:defRPr/>
            </a:pPr>
            <a:r>
              <a:rPr lang="es-ES" sz="800" b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PABLO L.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7691547" y="5116417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LUCAS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816119" y="3985488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ALEJANDR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4851714" y="4658204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AMAYA</a:t>
            </a:r>
            <a:endParaRPr kumimoji="0" lang="es-E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5741033" y="3954065"/>
            <a:ext cx="7686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AARON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6563791" y="4770101"/>
            <a:ext cx="7617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MARWAN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7551861" y="6220546"/>
            <a:ext cx="1576500" cy="50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  <a:tabLst/>
              <a:defRPr/>
            </a:pPr>
            <a:r>
              <a:rPr kumimoji="0" lang="es-ES" sz="2399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SESIÓN 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9299973" y="6220548"/>
            <a:ext cx="1413900" cy="492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400" b="1" kern="0" dirty="0">
                <a:solidFill>
                  <a:srgbClr val="C00000"/>
                </a:solidFill>
                <a:highlight>
                  <a:srgbClr val="FFFFFF"/>
                </a:highlight>
                <a:latin typeface="Century Gothic"/>
                <a:ea typeface="Arial"/>
                <a:cs typeface="Arial"/>
                <a:sym typeface="Century Gothic"/>
              </a:rPr>
              <a:t>Corvera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highlight>
                <a:srgbClr val="FFFFFF"/>
              </a:highlight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0850590" y="6224375"/>
            <a:ext cx="1241400" cy="50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M</a:t>
            </a:r>
            <a:r>
              <a:rPr lang="es-ES" sz="1400" b="1" kern="0">
                <a:solidFill>
                  <a:srgbClr val="C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ARTES</a:t>
            </a:r>
            <a:r>
              <a:rPr kumimoji="0" lang="es-ES" sz="14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-ES" sz="1400" b="1" kern="0" dirty="0">
                <a:solidFill>
                  <a:srgbClr val="C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</a:t>
            </a: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/10/25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077749" y="503381"/>
            <a:ext cx="2704500" cy="330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CALENTAMIENTO + RUEDA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677344" y="119705"/>
            <a:ext cx="1572900" cy="3309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TAREA 1 </a:t>
            </a: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15´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649024" y="120733"/>
            <a:ext cx="4335461" cy="330929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TAREA 2 </a:t>
            </a:r>
            <a:r>
              <a:rPr kumimoji="0" lang="es-E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2x10´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9123813" y="512274"/>
            <a:ext cx="2704403" cy="33092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EVOLUCIONES TÁCTICAS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 rot="-5400000">
            <a:off x="784628" y="4267281"/>
            <a:ext cx="2428200" cy="3309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TAREA 4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 rot="-5400000">
            <a:off x="1381721" y="4342629"/>
            <a:ext cx="2133600" cy="283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FÚTBOL </a:t>
            </a:r>
            <a:r>
              <a:rPr lang="es-ES" sz="1000" b="1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PRESIÓN ALTA</a:t>
            </a:r>
            <a:r>
              <a:rPr kumimoji="0" lang="es-E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2x15´</a:t>
            </a:r>
            <a:endParaRPr kumimoji="0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747407" y="3137411"/>
            <a:ext cx="1960800" cy="3309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TAREA 3 </a:t>
            </a:r>
            <a:r>
              <a:rPr kumimoji="0" lang="es-E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20´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10166903" y="3552116"/>
            <a:ext cx="1181100" cy="24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ESTRATEGIA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10176200" y="3863538"/>
            <a:ext cx="1181100" cy="24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Córner DEF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10166903" y="4199617"/>
            <a:ext cx="1181100" cy="243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Faltas DEF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607819" y="570657"/>
            <a:ext cx="7620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SALMERON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607819" y="813744"/>
            <a:ext cx="7620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ALVARO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381358" y="297596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381359" y="561900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381359" y="815816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373039" y="1073176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4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601601" y="1065250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OMAR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373039" y="1310707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601601" y="1315138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INRAM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375219" y="1560164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6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603781" y="1552238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FABIO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375219" y="1797695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7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>
            <a:off x="603781" y="1802126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LUCAS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615049" y="2053149"/>
            <a:ext cx="7596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VICTOR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608759" y="2299370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LEO GARCI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369080" y="2045768"/>
            <a:ext cx="22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8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383457" y="2304269"/>
            <a:ext cx="222300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608759" y="2562847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DAVID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297770" y="2543031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601601" y="2813677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GUILLE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271715" y="2794286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11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593996" y="3064709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ALMAGRO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276467" y="3045318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12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601601" y="3303276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HUGO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271715" y="3296242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13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601601" y="3551674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MARWAN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271715" y="3544640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14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601601" y="3797741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DAVID V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 txBox="1"/>
          <p:nvPr/>
        </p:nvSpPr>
        <p:spPr>
          <a:xfrm>
            <a:off x="271715" y="3778350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15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601384" y="4043808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AMAYA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271498" y="4024417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16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601167" y="4266131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BILAL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271281" y="4246740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17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608303" y="4506371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latin typeface="Arial"/>
                <a:ea typeface="Arial"/>
                <a:cs typeface="Arial"/>
                <a:sym typeface="Arial"/>
              </a:rPr>
              <a:t>PABLO L.</a:t>
            </a: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278417" y="4486980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18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 txBox="1"/>
          <p:nvPr/>
        </p:nvSpPr>
        <p:spPr>
          <a:xfrm>
            <a:off x="608303" y="4753295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ALEJANDR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278200" y="4734017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19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600711" y="5006525"/>
            <a:ext cx="7686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AARON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600711" y="5266745"/>
            <a:ext cx="7686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ELIAN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276467" y="4985504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276467" y="5224331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98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21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98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607819" y="5517249"/>
            <a:ext cx="7617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 L.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278200" y="5482059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22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/>
          <p:nvPr/>
        </p:nvSpPr>
        <p:spPr>
          <a:xfrm rot="-5400000">
            <a:off x="-2957475" y="3309175"/>
            <a:ext cx="6302400" cy="2769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DISPONIBLES 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610699" y="5759361"/>
            <a:ext cx="7617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281080" y="5724171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23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613578" y="6001473"/>
            <a:ext cx="7617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283959" y="5966283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24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606490" y="6253554"/>
            <a:ext cx="7617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276871" y="6218364"/>
            <a:ext cx="369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s-E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25</a:t>
            </a: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465673" y="6231275"/>
            <a:ext cx="2886000" cy="50370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  <a:tabLst/>
              <a:defRPr/>
            </a:pPr>
            <a:r>
              <a:rPr kumimoji="0" lang="es-ES" sz="2399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SUB </a:t>
            </a:r>
            <a:r>
              <a:rPr lang="es-ES" sz="2399" b="1" kern="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 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4116866" y="3106815"/>
            <a:ext cx="7611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OMAR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7679462" y="3686872"/>
            <a:ext cx="7617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VICTOR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 rot="16200000">
            <a:off x="2515284" y="4425107"/>
            <a:ext cx="762600" cy="215403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PEPE</a:t>
            </a:r>
          </a:p>
        </p:txBody>
      </p:sp>
      <p:sp>
        <p:nvSpPr>
          <p:cNvPr id="276" name="Google Shape;276;p6"/>
          <p:cNvSpPr txBox="1"/>
          <p:nvPr/>
        </p:nvSpPr>
        <p:spPr>
          <a:xfrm>
            <a:off x="5669266" y="4696316"/>
            <a:ext cx="7683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lang="es-ES" sz="80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607315" y="302389"/>
            <a:ext cx="762000" cy="215403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r>
              <a:rPr kumimoji="0" lang="es-E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PEPE</a:t>
            </a: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1967765" y="6218379"/>
            <a:ext cx="761700" cy="2616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E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Banquillo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2803640" y="6202929"/>
            <a:ext cx="761700" cy="2925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2803640" y="6501754"/>
            <a:ext cx="761700" cy="2925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3879675" y="6168588"/>
            <a:ext cx="606438" cy="629066"/>
          </a:xfrm>
          <a:custGeom>
            <a:avLst/>
            <a:gdLst/>
            <a:ahLst/>
            <a:cxnLst/>
            <a:rect l="l" t="t" r="r" b="b"/>
            <a:pathLst>
              <a:path w="1810262" h="1810262" extrusionOk="0">
                <a:moveTo>
                  <a:pt x="0" y="0"/>
                </a:moveTo>
                <a:lnTo>
                  <a:pt x="1810262" y="0"/>
                </a:lnTo>
                <a:lnTo>
                  <a:pt x="1810262" y="1810262"/>
                </a:lnTo>
                <a:lnTo>
                  <a:pt x="0" y="181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8667" r="-324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7295" y="522152"/>
            <a:ext cx="330373" cy="330373"/>
          </a:xfrm>
          <a:custGeom>
            <a:avLst/>
            <a:gdLst/>
            <a:ahLst/>
            <a:cxnLst/>
            <a:rect l="l" t="t" r="r" b="b"/>
            <a:pathLst>
              <a:path w="1810262" h="1810262" extrusionOk="0">
                <a:moveTo>
                  <a:pt x="0" y="0"/>
                </a:moveTo>
                <a:lnTo>
                  <a:pt x="1810262" y="0"/>
                </a:lnTo>
                <a:lnTo>
                  <a:pt x="1810262" y="1810262"/>
                </a:lnTo>
                <a:lnTo>
                  <a:pt x="0" y="181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8667" r="-324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28532" y="6060029"/>
            <a:ext cx="330373" cy="330373"/>
          </a:xfrm>
          <a:custGeom>
            <a:avLst/>
            <a:gdLst/>
            <a:ahLst/>
            <a:cxnLst/>
            <a:rect l="l" t="t" r="r" b="b"/>
            <a:pathLst>
              <a:path w="1810262" h="1810262" extrusionOk="0">
                <a:moveTo>
                  <a:pt x="0" y="0"/>
                </a:moveTo>
                <a:lnTo>
                  <a:pt x="1810262" y="0"/>
                </a:lnTo>
                <a:lnTo>
                  <a:pt x="1810262" y="1810262"/>
                </a:lnTo>
                <a:lnTo>
                  <a:pt x="0" y="18102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38667" r="-3246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 descr="Imagen que contiene exterior, pasto, grande, agua&#10;&#10;El contenido generado por IA puede ser incorrecto.">
            <a:extLst>
              <a:ext uri="{FF2B5EF4-FFF2-40B4-BE49-F238E27FC236}">
                <a16:creationId xmlns:a16="http://schemas.microsoft.com/office/drawing/2014/main" id="{B09F00A5-2A30-5D6B-FCE9-77462D903D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240" y="836179"/>
            <a:ext cx="2627518" cy="1798836"/>
          </a:xfrm>
          <a:prstGeom prst="rect">
            <a:avLst/>
          </a:prstGeom>
        </p:spPr>
      </p:pic>
      <p:pic>
        <p:nvPicPr>
          <p:cNvPr id="4" name="Imagen 3" descr="Imagen que contiene verde, interior, pequeño, tabla&#10;&#10;El contenido generado por IA puede ser incorrecto.">
            <a:extLst>
              <a:ext uri="{FF2B5EF4-FFF2-40B4-BE49-F238E27FC236}">
                <a16:creationId xmlns:a16="http://schemas.microsoft.com/office/drawing/2014/main" id="{84DB8029-1A43-C467-2B97-AFEBE14827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192" y="875583"/>
            <a:ext cx="3320589" cy="186225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A30BF1-29E9-25AE-8FCA-F668C83160A0}"/>
              </a:ext>
            </a:extLst>
          </p:cNvPr>
          <p:cNvSpPr txBox="1"/>
          <p:nvPr/>
        </p:nvSpPr>
        <p:spPr>
          <a:xfrm>
            <a:off x="5807964" y="964009"/>
            <a:ext cx="2651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Objetivo azul conectar con </a:t>
            </a:r>
            <a:r>
              <a:rPr lang="es-ES" sz="900" dirty="0" err="1"/>
              <a:t>comodin</a:t>
            </a:r>
            <a:r>
              <a:rPr lang="es-ES" sz="900" dirty="0"/>
              <a:t> por dentro y este devolver por fuera al espacio, no mas de una vuelta por fuera sin pase por dentro. Objetivo rojo robar máximo de </a:t>
            </a:r>
            <a:r>
              <a:rPr lang="es-ES" sz="900"/>
              <a:t>balones posibles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157</Words>
  <Application>Microsoft Office PowerPoint</Application>
  <PresentationFormat>Panorámica</PresentationFormat>
  <Paragraphs>87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Century Gothic</vt:lpstr>
      <vt:lpstr>Play</vt:lpstr>
      <vt:lpstr>1_Tema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Hernández Lucas</dc:creator>
  <cp:lastModifiedBy>Cristian Hernández Lucas</cp:lastModifiedBy>
  <cp:revision>2</cp:revision>
  <dcterms:created xsi:type="dcterms:W3CDTF">2025-09-26T11:32:48Z</dcterms:created>
  <dcterms:modified xsi:type="dcterms:W3CDTF">2025-10-07T06:50:04Z</dcterms:modified>
</cp:coreProperties>
</file>